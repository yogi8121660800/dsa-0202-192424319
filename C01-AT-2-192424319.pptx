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9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2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C6EA99-AEAE-F72D-EE0E-5398FB0F37F1}"/>
              </a:ext>
            </a:extLst>
          </p:cNvPr>
          <p:cNvSpPr txBox="1"/>
          <p:nvPr/>
        </p:nvSpPr>
        <p:spPr>
          <a:xfrm>
            <a:off x="3498574" y="2115047"/>
            <a:ext cx="527484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CH.V.Ramayogi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REG_ NO: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192424319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With Open CV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MAYURANATHAN 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1A8E8-7539-3F39-A16B-3CDA3D6CE995}"/>
              </a:ext>
            </a:extLst>
          </p:cNvPr>
          <p:cNvSpPr txBox="1"/>
          <p:nvPr/>
        </p:nvSpPr>
        <p:spPr>
          <a:xfrm>
            <a:off x="2146852" y="508883"/>
            <a:ext cx="75048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TOOL-2</a:t>
            </a:r>
          </a:p>
        </p:txBody>
      </p:sp>
    </p:spTree>
    <p:extLst>
      <p:ext uri="{BB962C8B-B14F-4D97-AF65-F5344CB8AC3E}">
        <p14:creationId xmlns:p14="http://schemas.microsoft.com/office/powerpoint/2010/main" val="3579043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4363" y="182880"/>
            <a:ext cx="917847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PHOTO EDITING + OBJECT RECOGNITION + AR APP</a:t>
            </a:r>
            <a:br>
              <a:rPr dirty="0"/>
            </a:b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27252"/>
            <a:ext cx="2011680" cy="1097280"/>
          </a:xfrm>
          <a:prstGeom prst="roundRect">
            <a:avLst/>
          </a:prstGeom>
          <a:solidFill>
            <a:srgbClr val="92D050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b="1" dirty="0">
                <a:solidFill>
                  <a:schemeClr val="accent2"/>
                </a:solidFill>
              </a:rPr>
              <a:t>Image Processing</a:t>
            </a:r>
            <a:br>
              <a:rPr dirty="0"/>
            </a:b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b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Enhancement</a:t>
            </a:r>
            <a:b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22712" y="1311961"/>
            <a:ext cx="2083242" cy="1343763"/>
          </a:xfrm>
          <a:prstGeom prst="roundRect">
            <a:avLst/>
          </a:prstGeom>
          <a:solidFill>
            <a:srgbClr val="FF0000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Feature Extraction</a:t>
            </a:r>
            <a:b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Object Recognition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2423" y="1427252"/>
            <a:ext cx="2011680" cy="1097280"/>
          </a:xfrm>
          <a:prstGeom prst="roundRect">
            <a:avLst/>
          </a:prstGeom>
          <a:solidFill>
            <a:srgbClr val="0070C0"/>
          </a:solidFill>
          <a:ln>
            <a:solidFill>
              <a:srgbClr val="FCE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</a:t>
            </a:r>
            <a:b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Models</a:t>
            </a:r>
            <a:b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AR Rendering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7393" y="1427252"/>
            <a:ext cx="2377440" cy="1097280"/>
          </a:xfrm>
          <a:prstGeom prst="roundRect">
            <a:avLst/>
          </a:prstGeom>
          <a:solidFill>
            <a:srgbClr val="002060"/>
          </a:solidFill>
          <a:ln>
            <a:solidFill>
              <a:srgbClr val="F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 of Vision</a:t>
            </a:r>
            <a:br>
              <a:rPr dirty="0"/>
            </a:br>
            <a:r>
              <a:rPr b="1" dirty="0">
                <a:solidFill>
                  <a:schemeClr val="bg2"/>
                </a:solidFill>
              </a:rPr>
              <a:t>Low → Mid →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2998" y="3538323"/>
            <a:ext cx="7315200" cy="1097280"/>
          </a:xfrm>
          <a:prstGeom prst="roundRect">
            <a:avLst/>
          </a:prstGeom>
          <a:solidFill>
            <a:srgbClr val="FFC000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br>
              <a:rPr dirty="0"/>
            </a:b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→ Process → Extract Features → Recognize Objects → Render AR →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8901" y="5303520"/>
            <a:ext cx="7315200" cy="1097280"/>
          </a:xfrm>
          <a:prstGeom prst="round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br>
              <a:rPr dirty="0"/>
            </a:br>
            <a:r>
              <a:rPr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Editing • AR Filters • Object Detection • Education • Gaming • Navigation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B6311E-7041-0A72-D494-FBCACA0D2876}"/>
              </a:ext>
            </a:extLst>
          </p:cNvPr>
          <p:cNvCxnSpPr>
            <a:cxnSpLocks/>
          </p:cNvCxnSpPr>
          <p:nvPr/>
        </p:nvCxnSpPr>
        <p:spPr>
          <a:xfrm>
            <a:off x="3808675" y="2655724"/>
            <a:ext cx="0" cy="882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EC5A57-2256-7FF8-82D4-74FE7093D138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286000" y="1975892"/>
            <a:ext cx="536712" cy="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E03C15-E5CE-3FA9-5AA0-69D4B725744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4905954" y="1975892"/>
            <a:ext cx="576469" cy="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627374-5A09-53B7-F39C-45B6DC73F2B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494103" y="1975892"/>
            <a:ext cx="683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FA83781-9E25-CF38-4034-CBE203374D4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780598" y="4635603"/>
            <a:ext cx="15903" cy="667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9335" y="182880"/>
            <a:ext cx="91314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DRONE: 3D SCENE RECONSTRUCTION – CONCEPT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318" y="1005840"/>
            <a:ext cx="2011680" cy="1280160"/>
          </a:xfrm>
          <a:prstGeom prst="roundRect">
            <a:avLst/>
          </a:prstGeom>
          <a:solidFill>
            <a:schemeClr val="accent3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Camera Model</a:t>
            </a:r>
          </a:p>
          <a:p>
            <a:pPr>
              <a:defRPr sz="1300"/>
            </a:pPr>
            <a:r>
              <a:rPr sz="1200" b="1" dirty="0">
                <a:solidFill>
                  <a:schemeClr val="tx1"/>
                </a:solidFill>
              </a:rPr>
              <a:t>•</a:t>
            </a:r>
            <a:r>
              <a:rPr sz="1400" b="1" dirty="0">
                <a:solidFill>
                  <a:schemeClr val="tx1"/>
                </a:solidFill>
              </a:rPr>
              <a:t> </a:t>
            </a: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Pinhole camera</a:t>
            </a:r>
            <a:b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Intrinsic &amp;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Extrinsic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468880" y="1005840"/>
            <a:ext cx="2011680" cy="12801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Image Formation</a:t>
            </a:r>
          </a:p>
          <a:p>
            <a:pPr>
              <a:defRPr sz="1300"/>
            </a:pPr>
            <a:r>
              <a:rPr sz="1400" b="1" dirty="0">
                <a:solidFill>
                  <a:schemeClr val="tx1"/>
                </a:solidFill>
              </a:rPr>
              <a:t>• 3D → 2D projection</a:t>
            </a:r>
            <a:br>
              <a:rPr sz="1400" b="1" dirty="0">
                <a:solidFill>
                  <a:schemeClr val="tx1"/>
                </a:solidFill>
              </a:rPr>
            </a:br>
            <a:r>
              <a:rPr sz="1400" b="1" dirty="0">
                <a:solidFill>
                  <a:schemeClr val="tx1"/>
                </a:solidFill>
              </a:rPr>
              <a:t>• Perspective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05840"/>
            <a:ext cx="2011680" cy="1280160"/>
          </a:xfrm>
          <a:prstGeom prst="roundRect">
            <a:avLst/>
          </a:prstGeom>
          <a:solidFill>
            <a:srgbClr val="FCE4D6"/>
          </a:solidFill>
          <a:ln>
            <a:solidFill>
              <a:srgbClr val="FCE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Camera Calibration</a:t>
            </a:r>
          </a:p>
          <a:p>
            <a:pPr>
              <a:defRPr sz="1300"/>
            </a:pP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Estimate </a:t>
            </a:r>
            <a:r>
              <a:rPr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K,R,t</a:t>
            </a:r>
            <a:b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Remove distortion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005840"/>
            <a:ext cx="2011680" cy="12801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Binocular Vision</a:t>
            </a:r>
          </a:p>
          <a:p>
            <a:pPr>
              <a:defRPr sz="1300"/>
            </a:pPr>
            <a:r>
              <a:rPr sz="1400" b="1" dirty="0">
                <a:solidFill>
                  <a:schemeClr val="tx1"/>
                </a:solidFill>
              </a:rPr>
              <a:t>• Stereo matching</a:t>
            </a:r>
            <a:br>
              <a:rPr sz="1400" b="1" dirty="0">
                <a:solidFill>
                  <a:schemeClr val="tx1"/>
                </a:solidFill>
              </a:rPr>
            </a:br>
            <a:r>
              <a:rPr sz="1400" b="1" dirty="0">
                <a:solidFill>
                  <a:schemeClr val="tx1"/>
                </a:solidFill>
              </a:rPr>
              <a:t>• Depth estimation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005840"/>
            <a:ext cx="2560320" cy="1280160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Multiple View Geometry</a:t>
            </a:r>
          </a:p>
          <a:p>
            <a:pPr>
              <a:defRPr sz="1300"/>
            </a:pP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Feature matching</a:t>
            </a:r>
            <a:b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Triangulation</a:t>
            </a:r>
            <a:b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SfM</a:t>
            </a:r>
            <a:endParaRPr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892410" y="3140765"/>
            <a:ext cx="8046720" cy="1097280"/>
          </a:xfrm>
          <a:prstGeom prst="round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of Data</a:t>
            </a:r>
          </a:p>
          <a:p>
            <a:pPr>
              <a:defRPr sz="1300"/>
            </a:pP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/>
            </a:pP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Images → Image Formation → Calibration → Depth Estimation → Multi-view Geometry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0972" y="4876137"/>
            <a:ext cx="9326880" cy="1160890"/>
          </a:xfrm>
          <a:prstGeom prst="round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r>
              <a:rPr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/>
            </a:pPr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Reconstruction</a:t>
            </a:r>
            <a:br>
              <a:rPr lang="en-US" dirty="0"/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3D Point Cloud                • Navigation Map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3D Mesh 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Camera Pose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80" y="6126480"/>
            <a:ext cx="107844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Dependencies: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Model → Image Formation → Camera Calibration → Binocular Vision → Multiple View Geometry → 3D Reconstruction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D36FB4C-E342-51A4-DF56-3466D7389D5E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122998" y="1645920"/>
            <a:ext cx="3458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1F1732-0537-3C92-6AF9-27F2D7A3CF1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80560" y="1645920"/>
            <a:ext cx="274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7FDC6F-AA72-5B9C-603E-2A0D5B5162A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766560" y="1645920"/>
            <a:ext cx="274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B13CFD-1AD1-64BC-1E05-B771B00B0935}"/>
              </a:ext>
            </a:extLst>
          </p:cNvPr>
          <p:cNvCxnSpPr>
            <a:cxnSpLocks/>
          </p:cNvCxnSpPr>
          <p:nvPr/>
        </p:nvCxnSpPr>
        <p:spPr>
          <a:xfrm>
            <a:off x="9052560" y="1645920"/>
            <a:ext cx="274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678FAF-EF60-B3AA-6505-5CA09B65F08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760720" y="2286000"/>
            <a:ext cx="0" cy="854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7E93FBC-CB20-D9EE-F41E-053F994A0D23}"/>
              </a:ext>
            </a:extLst>
          </p:cNvPr>
          <p:cNvCxnSpPr>
            <a:cxnSpLocks/>
          </p:cNvCxnSpPr>
          <p:nvPr/>
        </p:nvCxnSpPr>
        <p:spPr>
          <a:xfrm>
            <a:off x="5760720" y="4238045"/>
            <a:ext cx="0" cy="638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249</Words>
  <Application>Microsoft Office PowerPoint</Application>
  <PresentationFormat>Custom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 venkata Ramayogi</dc:creator>
  <cp:keywords/>
  <dc:description>generated using python-pptx</dc:description>
  <cp:lastModifiedBy>Ch venkata Ramayogi</cp:lastModifiedBy>
  <cp:revision>3</cp:revision>
  <dcterms:created xsi:type="dcterms:W3CDTF">2013-01-27T09:14:16Z</dcterms:created>
  <dcterms:modified xsi:type="dcterms:W3CDTF">2026-07-14T04:34:59Z</dcterms:modified>
  <cp:category/>
</cp:coreProperties>
</file>