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8"/>
  </p:notesMasterIdLst>
  <p:sldIdLst>
    <p:sldId id="256" r:id="rId2"/>
    <p:sldId id="257" r:id="rId3"/>
    <p:sldId id="260" r:id="rId4"/>
    <p:sldId id="259" r:id="rId5"/>
    <p:sldId id="261" r:id="rId6"/>
    <p:sldId id="262" r:id="rId7"/>
  </p:sldIdLst>
  <p:sldSz cx="9144000" cy="5143500" type="screen16x9"/>
  <p:notesSz cx="5143500" cy="9144000"/>
  <p:embeddedFontLst>
    <p:embeddedFont>
      <p:font typeface="Nunito SemiBold" pitchFamily="2" charset="0"/>
      <p:regular r:id="rId9"/>
      <p:bold r:id="rId10"/>
    </p:embeddedFont>
    <p:embeddedFont>
      <p:font typeface="PT Sans" panose="020B0503020203020204" pitchFamily="34" charset="0"/>
      <p:regular r:id="rId11"/>
      <p:bold r:id="rId12"/>
      <p:italic r:id="rId13"/>
      <p:boldItalic r:id="rId14"/>
    </p:embeddedFont>
    <p:embeddedFont>
      <p:font typeface="Tw Cen MT" panose="020B0602020104020603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06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5939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0"/>
            <a:ext cx="1728788" cy="51435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7319" y="841772"/>
            <a:ext cx="6593681" cy="17907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7319" y="2701528"/>
            <a:ext cx="6593681" cy="1241822"/>
          </a:xfrm>
        </p:spPr>
        <p:txBody>
          <a:bodyPr>
            <a:normAutofit/>
          </a:bodyPr>
          <a:lstStyle>
            <a:lvl1pPr marL="0" indent="0" algn="l">
              <a:buNone/>
              <a:defRPr sz="1500" cap="all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08133" y="4057651"/>
            <a:ext cx="2057400" cy="273844"/>
          </a:xfrm>
        </p:spPr>
        <p:txBody>
          <a:bodyPr/>
          <a:lstStyle/>
          <a:p>
            <a:fld id="{48A87A34-81AB-432B-8DAE-1953F412C126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07318" y="4057651"/>
            <a:ext cx="3843665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2684" y="4057650"/>
            <a:ext cx="578317" cy="273844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58092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11937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064420"/>
            <a:ext cx="7429500" cy="2139553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318272"/>
            <a:ext cx="7429500" cy="1031082"/>
          </a:xfrm>
        </p:spPr>
        <p:txBody>
          <a:bodyPr>
            <a:normAutofit/>
          </a:bodyPr>
          <a:lstStyle>
            <a:lvl1pPr marL="0" indent="0">
              <a:buNone/>
              <a:defRPr sz="135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53760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1687114"/>
            <a:ext cx="3658792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687114"/>
            <a:ext cx="3656408" cy="26562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89725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64345"/>
            <a:ext cx="7429500" cy="11084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515" y="1687115"/>
            <a:ext cx="3487337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2305048"/>
            <a:ext cx="3658793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6" y="1687114"/>
            <a:ext cx="3484952" cy="617934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05048"/>
            <a:ext cx="3656408" cy="2038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69791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5421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16822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457201"/>
            <a:ext cx="2892028" cy="1229913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444499"/>
            <a:ext cx="4418407" cy="389890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1687114"/>
            <a:ext cx="2892028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06866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4450881" cy="122991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5541" y="457201"/>
            <a:ext cx="2750018" cy="38861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1687114"/>
            <a:ext cx="4450883" cy="2656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62844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3228499"/>
            <a:ext cx="7434266" cy="614516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454819"/>
            <a:ext cx="7434266" cy="2474834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4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3843015"/>
            <a:ext cx="7433144" cy="51185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8027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457200"/>
            <a:ext cx="7429466" cy="257175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314700"/>
            <a:ext cx="7428344" cy="1028699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2354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061322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524168"/>
            <a:ext cx="656422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3232439"/>
            <a:ext cx="7429502" cy="1117122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677634" y="54929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3028" y="207372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140646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600531"/>
            <a:ext cx="7429501" cy="1883876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3493241"/>
            <a:ext cx="7428379" cy="855483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45001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005847"/>
            <a:ext cx="2397674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45939" y="2520197"/>
            <a:ext cx="2406551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008226"/>
            <a:ext cx="2388289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78160" y="2522576"/>
            <a:ext cx="2396873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005847"/>
            <a:ext cx="2396226" cy="51435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8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2520197"/>
            <a:ext cx="2396226" cy="182320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8460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457200"/>
            <a:ext cx="7429499" cy="14287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3303447"/>
            <a:ext cx="239643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000249"/>
            <a:ext cx="2396430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3735644"/>
            <a:ext cx="2396430" cy="61338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3303447"/>
            <a:ext cx="2400300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000249"/>
            <a:ext cx="2399205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3735643"/>
            <a:ext cx="2400300" cy="60775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3303446"/>
            <a:ext cx="2393056" cy="43219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000249"/>
            <a:ext cx="2396227" cy="1143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5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3735641"/>
            <a:ext cx="2396226" cy="60775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57427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35387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457200"/>
            <a:ext cx="1503758" cy="3886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457200"/>
            <a:ext cx="5811443" cy="3886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51755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22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0716" y="0"/>
            <a:ext cx="9040416" cy="51435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1687115"/>
            <a:ext cx="7429499" cy="265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467948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7060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SzPct val="125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251719"/>
            <a:ext cx="4667845" cy="132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ea typeface="Nunito SemiBold" pitchFamily="34" charset="-122"/>
                <a:cs typeface="Times New Roman" panose="02020603050405020304" pitchFamily="18" charset="0"/>
              </a:rPr>
              <a:t>Securing the Skies: AI Face Recognition in Modern Airports</a:t>
            </a:r>
            <a:endParaRPr lang="en-US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19C6C8-C16D-436A-50E6-96A3D44183BC}"/>
              </a:ext>
            </a:extLst>
          </p:cNvPr>
          <p:cNvSpPr txBox="1"/>
          <p:nvPr/>
        </p:nvSpPr>
        <p:spPr>
          <a:xfrm>
            <a:off x="6875944" y="3630078"/>
            <a:ext cx="22139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CH.V.Rama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Yogi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192424319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DSA-0202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With Open CV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E0DE59-5095-333C-C2AC-6EEA60419C16}"/>
              </a:ext>
            </a:extLst>
          </p:cNvPr>
          <p:cNvSpPr txBox="1"/>
          <p:nvPr/>
        </p:nvSpPr>
        <p:spPr>
          <a:xfrm>
            <a:off x="3417036" y="3951938"/>
            <a:ext cx="24132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Dr.M.Mayuranathan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3474" y="169102"/>
            <a:ext cx="4066672" cy="655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/>
              <a:t>	</a:t>
            </a:r>
            <a:r>
              <a:rPr lang="en-US" sz="32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1418061"/>
            <a:ext cx="4667845" cy="7648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7827" y="1582153"/>
            <a:ext cx="206871" cy="47591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1</a:t>
            </a:r>
            <a:endParaRPr lang="en-US" sz="1600" b="1" dirty="0"/>
          </a:p>
        </p:txBody>
      </p:sp>
      <p:sp>
        <p:nvSpPr>
          <p:cNvPr id="7" name="Text 3"/>
          <p:cNvSpPr/>
          <p:nvPr/>
        </p:nvSpPr>
        <p:spPr>
          <a:xfrm>
            <a:off x="1146497" y="1504913"/>
            <a:ext cx="3813125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8000"/>
              </a:lnSpc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face recognition is widely used in modern airports to improve security and passenger safety.</a:t>
            </a: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6" y="3181997"/>
            <a:ext cx="4667845" cy="79139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25946" y="3448398"/>
            <a:ext cx="206871" cy="2585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135186" y="3365761"/>
            <a:ext cx="3813125" cy="544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>
              <a:lnSpc>
                <a:spcPct val="128000"/>
              </a:lnSpc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enhances the captured image by removing noise and improving quality.</a:t>
            </a:r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82186706-3210-E8B4-68C8-230B1526A5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2316089"/>
            <a:ext cx="4667845" cy="764828"/>
          </a:xfrm>
          <a:prstGeom prst="rect">
            <a:avLst/>
          </a:prstGeom>
        </p:spPr>
      </p:pic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A9B7086D-AB96-41EF-A256-91C0880605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4209571"/>
            <a:ext cx="4667845" cy="76482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629EFDC-FBCA-46E1-9820-78AB90732FDB}"/>
              </a:ext>
            </a:extLst>
          </p:cNvPr>
          <p:cNvSpPr txBox="1"/>
          <p:nvPr/>
        </p:nvSpPr>
        <p:spPr>
          <a:xfrm>
            <a:off x="1135186" y="2436893"/>
            <a:ext cx="3942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captures a passenger's face and verifies their identity quickly without manual checks.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060653-3AA3-CEBF-1641-68A6C14DE23E}"/>
              </a:ext>
            </a:extLst>
          </p:cNvPr>
          <p:cNvSpPr txBox="1"/>
          <p:nvPr/>
        </p:nvSpPr>
        <p:spPr>
          <a:xfrm>
            <a:off x="707827" y="254626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6C34D6-8D4C-0554-7F6E-8535C1498132}"/>
              </a:ext>
            </a:extLst>
          </p:cNvPr>
          <p:cNvSpPr txBox="1"/>
          <p:nvPr/>
        </p:nvSpPr>
        <p:spPr>
          <a:xfrm>
            <a:off x="707827" y="440731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74BDCB-B70F-CD2F-B12F-86EA3D7E796B}"/>
              </a:ext>
            </a:extLst>
          </p:cNvPr>
          <p:cNvSpPr txBox="1"/>
          <p:nvPr/>
        </p:nvSpPr>
        <p:spPr>
          <a:xfrm>
            <a:off x="1146497" y="4220019"/>
            <a:ext cx="39243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3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analyzes and recognizes faces accurately. Camera models ensure clear image capture for reliable identification.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BF10FD-DEF6-F9FA-3EB6-6E8C59977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26" y="162426"/>
            <a:ext cx="8548437" cy="471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687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13594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Camera Models &amp; Future Integration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752823"/>
            <a:ext cx="1493044" cy="9227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862560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Edge AI Cameras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3172271"/>
            <a:ext cx="257428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Processing data locally to reduce latency and enhance privacy — ideal for instant security alerts without cloud dependency.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860" y="1752823"/>
            <a:ext cx="1493044" cy="9227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84860" y="2862560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Integrated Hardware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84860" y="3172271"/>
            <a:ext cx="257428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200" dirty="0">
                <a:latin typeface="PT Sans" pitchFamily="34" charset="0"/>
                <a:ea typeface="PT Sans" pitchFamily="34" charset="-122"/>
                <a:cs typeface="PT Sans" pitchFamily="34" charset="-120"/>
              </a:rPr>
              <a:t>Embedded cameras in kiosks and mobile devices enable frictionless passenger enrollment and seamless authentication.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143" y="1752823"/>
            <a:ext cx="1493044" cy="9227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6143" y="2862560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Operational Impact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6143" y="3172271"/>
            <a:ext cx="257428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Replacing manual ID checks with contactless, scalable biometric systems to create a truly smart, high-efficiency travel hub.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64CEB6-307C-F18A-5048-E4AD5A182F35}"/>
              </a:ext>
            </a:extLst>
          </p:cNvPr>
          <p:cNvSpPr txBox="1"/>
          <p:nvPr/>
        </p:nvSpPr>
        <p:spPr>
          <a:xfrm>
            <a:off x="2204787" y="1002498"/>
            <a:ext cx="4578016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improves face image quality for accurate recognition.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levels extract and identify facial features step by step.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models ensure clear and distortion-free face capture.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Together, they enable fast, reliable, and secure airport face recognition.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3A4656-EF4C-5053-23FA-E9CBB41161B4}"/>
              </a:ext>
            </a:extLst>
          </p:cNvPr>
          <p:cNvSpPr txBox="1"/>
          <p:nvPr/>
        </p:nvSpPr>
        <p:spPr>
          <a:xfrm>
            <a:off x="3243292" y="204537"/>
            <a:ext cx="2501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874188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9C1E5C-0E39-C0C7-5F01-4BAED974B6CF}"/>
              </a:ext>
            </a:extLst>
          </p:cNvPr>
          <p:cNvSpPr txBox="1"/>
          <p:nvPr/>
        </p:nvSpPr>
        <p:spPr>
          <a:xfrm>
            <a:off x="2589067" y="1922045"/>
            <a:ext cx="4841262" cy="120032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7200" b="1" dirty="0">
                <a:ln/>
                <a:solidFill>
                  <a:schemeClr val="accent3"/>
                </a:solidFill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12465933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119</TotalTime>
  <Words>213</Words>
  <Application>Microsoft Office PowerPoint</Application>
  <PresentationFormat>On-screen Show (16:9)</PresentationFormat>
  <Paragraphs>33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Nunito SemiBold</vt:lpstr>
      <vt:lpstr>Wingdings</vt:lpstr>
      <vt:lpstr>Tw Cen MT</vt:lpstr>
      <vt:lpstr>Times New Roman</vt:lpstr>
      <vt:lpstr>PT Sans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 venkata Ramayogi</dc:creator>
  <cp:lastModifiedBy>Ch venkata Ramayogi</cp:lastModifiedBy>
  <cp:revision>4</cp:revision>
  <dcterms:created xsi:type="dcterms:W3CDTF">2026-07-14T05:35:34Z</dcterms:created>
  <dcterms:modified xsi:type="dcterms:W3CDTF">2026-07-16T08:34:30Z</dcterms:modified>
</cp:coreProperties>
</file>